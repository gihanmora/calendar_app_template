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5C6C-5159-B77D-3B96-6A7FDD0CA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02017-7971-E6DC-4D1E-404715E69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F4FC-2027-BB39-62DD-F5C7EDBB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4C051-9329-5190-1D51-0693442C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DB8B-7BA9-C563-13F1-E168EB97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623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BB24-0724-53A6-2851-0B9C8B11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D653-47DF-6CCD-DD73-809F6770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151EB-216E-105A-D3AF-FD4F2934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B6D9E-1517-DD66-419D-49F98363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D0502-6DE9-0893-EE27-7E395F02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2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C62C-A29D-B5B7-31C7-F3C043AD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E2A63-027A-C91B-F5C5-493A6629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C51C8-D254-2F7D-B056-8ED8BDB6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7FD30-F1E8-8C5C-693A-2DC814CD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382E-3A9F-F9E2-7571-58CEB206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16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C6FD-93D2-2BD9-5804-6D6DE7F4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47C3-BDC8-0DFD-4720-3D588124B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533F1-A177-E282-F973-C2EBC1BDF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FE92-A932-148C-E12D-A35493AC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68261-4237-F2D7-D0DB-2FF81F1D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B707D-E7B4-9FE7-E6C0-21C81A1E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33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EAF4-D08B-DB6E-FB14-FEB4A5BE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D9020-49F0-AE9E-A367-FBE77F4DE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E71D8-FACF-F860-99B4-9B827C0BF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7AA6BC-6054-8734-86CA-61D2F3C6B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CE423-E4E8-8B72-3DE1-83C24A2B6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8A755-0B32-FD01-DEEC-AE980D70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A3667-438C-6436-E8BA-7E87E028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85A52-A2EE-77FE-68C7-22C302B0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85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0826-16B4-B691-09ED-E54E427D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20F9F-5609-F7CD-1784-2AE00170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EA577-0E50-E05F-E07B-1822D79C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C2C72-18F1-87DC-7D59-A6ED775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19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9C490-9FB2-38F7-BFFD-692565C3A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3A5DC-F425-432F-6F9E-9F937B80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FC638-FDC6-42A7-4986-606EB97B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1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DD4F-0A96-AC52-41C2-9690D701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BB10-A638-B41B-0F92-F0AA58223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513B4-960E-8E36-BB59-CB3034B4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26C28-D5B0-B685-2AEA-DC7DEA24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9BF92-F2FF-679A-CF19-5DB2E9B2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63FB8-46CC-8501-59E8-8494B358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81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D3E2-B858-30BA-78BE-7FC6EDD0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4AD2C-06BE-49E3-E4D9-EB09310F7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C3F12-C625-4392-47D5-368E8569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BDB88-C06B-9526-2352-2A62B73F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18C33-8E28-F83D-5558-7D74B128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8F77-FD22-ED82-BAC2-47EA70C8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232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3E6F-D02F-DA9F-7A6A-BD6E8B60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80E74-81BD-DDD3-9956-289B435CE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D51E-621E-404B-1B75-2E80B2E2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4D6EE-450D-C003-3486-48D3D0E7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C3B2A-7C02-5D0A-FB80-2B7EA48A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87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B3474-86ED-674F-90C7-3973C7969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08BF5-CFCB-EEA6-CF25-2BB737E80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5EABF-490E-4A0D-20A3-CB377ABE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35D99-C2F9-B2EF-7A8C-E675E91E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B0219-3B7B-C0BD-0878-4CF78D70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1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16DD4-30DE-B5E1-CEB6-6765037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05AF2-EB5F-9FA3-058B-C827B580F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7448-BC9F-E750-86FD-E997C5D01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9AC80-D11F-4B3A-9E73-1AA080555D2B}" type="datetimeFigureOut">
              <a:rPr lang="en-AU" smtClean="0"/>
              <a:t>27/01/2026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27761-E2A5-02B3-B8D2-6199D1BCC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D53D-1B49-FF34-FF4C-F2CF9E6D9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2B76E-3246-4135-A7DB-041D282FD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16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F291E9-1190-AEB1-32C9-42489FBC8F1D}"/>
              </a:ext>
            </a:extLst>
          </p:cNvPr>
          <p:cNvSpPr/>
          <p:nvPr/>
        </p:nvSpPr>
        <p:spPr>
          <a:xfrm>
            <a:off x="2755900" y="482600"/>
            <a:ext cx="5575300" cy="4229100"/>
          </a:xfrm>
          <a:prstGeom prst="roundRect">
            <a:avLst>
              <a:gd name="adj" fmla="val 495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utoShape 4" descr="sample">
            <a:extLst>
              <a:ext uri="{FF2B5EF4-FFF2-40B4-BE49-F238E27FC236}">
                <a16:creationId xmlns:a16="http://schemas.microsoft.com/office/drawing/2014/main" id="{0A62AC40-7948-8FE7-E895-2084640FB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 descr="A yellow lion with a sword in a red and yellow square&#10;&#10;AI-generated content may be incorrect.">
            <a:extLst>
              <a:ext uri="{FF2B5EF4-FFF2-40B4-BE49-F238E27FC236}">
                <a16:creationId xmlns:a16="http://schemas.microsoft.com/office/drawing/2014/main" id="{75F4A674-0CE4-6A81-3AF4-97A0C8E41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1" b="26553"/>
          <a:stretch>
            <a:fillRect/>
          </a:stretch>
        </p:blipFill>
        <p:spPr>
          <a:xfrm>
            <a:off x="618869" y="3173904"/>
            <a:ext cx="5477131" cy="2738908"/>
          </a:xfrm>
          <a:prstGeom prst="roundRect">
            <a:avLst>
              <a:gd name="adj" fmla="val 50000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B28823-3525-F53D-99C9-3C8E41B64861}"/>
              </a:ext>
            </a:extLst>
          </p:cNvPr>
          <p:cNvSpPr txBox="1"/>
          <p:nvPr/>
        </p:nvSpPr>
        <p:spPr>
          <a:xfrm>
            <a:off x="3851274" y="482600"/>
            <a:ext cx="34405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600" b="1" dirty="0"/>
              <a:t>ශ්‍රී ලංකා </a:t>
            </a:r>
          </a:p>
          <a:p>
            <a:pPr algn="ctr"/>
            <a:r>
              <a:rPr lang="en-AU" sz="3600" b="1" dirty="0"/>
              <a:t>දින දර්ශනය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DE320C-8008-7AC6-50C4-E1E7E0056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07" y="3343029"/>
            <a:ext cx="5480779" cy="2737341"/>
          </a:xfrm>
          <a:prstGeom prst="rect">
            <a:avLst/>
          </a:prstGeom>
        </p:spPr>
      </p:pic>
      <p:pic>
        <p:nvPicPr>
          <p:cNvPr id="3" name="Picture 2" descr="A blue kangaroo with a flag and a building&#10;&#10;AI-generated content may be incorrect.">
            <a:extLst>
              <a:ext uri="{FF2B5EF4-FFF2-40B4-BE49-F238E27FC236}">
                <a16:creationId xmlns:a16="http://schemas.microsoft.com/office/drawing/2014/main" id="{E66F3BC1-62B9-8B8B-F359-517CA8996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9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8817-D1C6-D609-40D4-1ABB484F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1DA182D-C499-13BA-C987-AE7C4BF769BC}"/>
              </a:ext>
            </a:extLst>
          </p:cNvPr>
          <p:cNvGrpSpPr/>
          <p:nvPr/>
        </p:nvGrpSpPr>
        <p:grpSpPr>
          <a:xfrm>
            <a:off x="3896495" y="628073"/>
            <a:ext cx="5400000" cy="5400000"/>
            <a:chOff x="2843549" y="0"/>
            <a:chExt cx="5400000" cy="540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AE93FF3-8DD7-5566-554D-0080037B9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3549" y="0"/>
              <a:ext cx="5400000" cy="5400000"/>
            </a:xfrm>
            <a:prstGeom prst="roundRect">
              <a:avLst>
                <a:gd name="adj" fmla="val 495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5" name="AutoShape 4" descr="sample">
              <a:extLst>
                <a:ext uri="{FF2B5EF4-FFF2-40B4-BE49-F238E27FC236}">
                  <a16:creationId xmlns:a16="http://schemas.microsoft.com/office/drawing/2014/main" id="{ECEEC3A0-B41E-E632-9E3E-B228E49B84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DBF30DA-C8EC-C955-06D4-E59420704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8766" y="207818"/>
              <a:ext cx="5269557" cy="306878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E6E66F-8B05-66F7-9F1B-D62DCFCEC3D7}"/>
                </a:ext>
              </a:extLst>
            </p:cNvPr>
            <p:cNvSpPr txBox="1"/>
            <p:nvPr/>
          </p:nvSpPr>
          <p:spPr>
            <a:xfrm>
              <a:off x="3095443" y="3276600"/>
              <a:ext cx="489620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U" sz="5400" b="1" dirty="0"/>
                <a:t>ශ්‍රී ලංකා </a:t>
              </a:r>
            </a:p>
            <a:p>
              <a:pPr algn="ctr"/>
              <a:r>
                <a:rPr lang="en-AU" sz="5400" b="1" dirty="0"/>
                <a:t>දින දර්ශනය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064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A6736E4-79B4-9B36-3DF5-877F35E58C5D}"/>
              </a:ext>
            </a:extLst>
          </p:cNvPr>
          <p:cNvGrpSpPr/>
          <p:nvPr/>
        </p:nvGrpSpPr>
        <p:grpSpPr>
          <a:xfrm>
            <a:off x="1152939" y="1327868"/>
            <a:ext cx="10098157" cy="4182386"/>
            <a:chOff x="1152939" y="1327868"/>
            <a:chExt cx="10098157" cy="41823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F50A62-0031-50EA-96BE-DC04077E8035}"/>
                </a:ext>
              </a:extLst>
            </p:cNvPr>
            <p:cNvSpPr/>
            <p:nvPr/>
          </p:nvSpPr>
          <p:spPr>
            <a:xfrm>
              <a:off x="1152939" y="1327868"/>
              <a:ext cx="10098157" cy="41823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8B3C41-DDC9-2DFB-4B93-205251D10867}"/>
                </a:ext>
              </a:extLst>
            </p:cNvPr>
            <p:cNvSpPr txBox="1"/>
            <p:nvPr/>
          </p:nvSpPr>
          <p:spPr>
            <a:xfrm>
              <a:off x="5509502" y="1443841"/>
              <a:ext cx="5268392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i-LK" sz="3200" b="1" dirty="0"/>
                <a:t>ශ්‍ර</a:t>
              </a:r>
              <a:r>
                <a:rPr lang="si-LK" sz="3200" b="1" u="sng" dirty="0"/>
                <a:t>ී ලංකා දින දර්ශනය</a:t>
              </a:r>
              <a:endParaRPr lang="en-AU" sz="3200" b="1" u="sng" dirty="0"/>
            </a:p>
            <a:p>
              <a:pPr algn="ctr"/>
              <a:r>
                <a:rPr lang="si-LK" sz="1600" dirty="0"/>
                <a:t>මෙම යෙදුම මඟින් 2025 සහ 2026 වසර සඳහා ශ්‍රී ලංකාවේ සියලුම නිවාඩු දින සහ පෝය දින ඇතුළත්, සම්පූර්ණ සහ යාවත්කාලීන කරන ලද දින දර්ශනයක් ඔබට ලබා දේ.</a:t>
              </a:r>
              <a:endParaRPr lang="en-AU" sz="1600" dirty="0"/>
            </a:p>
            <a:p>
              <a:pPr algn="ctr"/>
              <a:endParaRPr lang="en-AU" sz="1600" dirty="0"/>
            </a:p>
            <a:p>
              <a:r>
                <a:rPr lang="si-LK" sz="1600" b="1" dirty="0"/>
                <a:t>විශේෂාංග:</a:t>
              </a:r>
              <a:endParaRPr lang="en-AU" sz="16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si-LK" sz="1600" dirty="0"/>
                <a:t>සියලුම නිවාඩු දින: රජයේ නිවාඩු, බැංකු නිවාඩු, සහ අනෙකුත් විශේෂ නිවාඩු දින මෙයට ඇතුළත් වේ.</a:t>
              </a:r>
              <a:endParaRPr lang="en-AU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si-LK" sz="1600" dirty="0"/>
                <a:t>පෝය දින: සෑම පසළොස්වක පෝය දිනක්ම පැහැදිලිව සටහන් කර ඇත.</a:t>
              </a:r>
              <a:endParaRPr lang="en-AU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si-LK" sz="1600" dirty="0"/>
                <a:t>යාවත්කාලීන: 2025 සහ 2026 යන වසර දෙක සඳහාම නවතම නිවාඩු දින තොරතුරු ඇතුළත් කර ඇත.</a:t>
              </a:r>
              <a:endParaRPr lang="en-AU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AU" sz="1600" dirty="0"/>
            </a:p>
            <a:p>
              <a:pPr algn="ctr"/>
              <a:r>
                <a:rPr lang="si-LK" sz="1600" b="1" dirty="0"/>
                <a:t>ඔබගේ දෛනික කටයුතු සැලසුම් කර ගැනීමට සහ නිවාඩු දින පිළිබඳව දැනුවත් වීමට මෙම යෙදුම කදිම සහායකි</a:t>
              </a:r>
              <a:r>
                <a:rPr lang="si-LK" sz="1600" dirty="0"/>
                <a:t>.</a:t>
              </a:r>
              <a:endParaRPr lang="en-AU" sz="16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4269955-EF69-467B-84D6-B386EBBF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88" y="1911789"/>
            <a:ext cx="2709907" cy="27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4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AE66-466E-2CA1-4D93-9A4A962F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4838C17-F212-BE63-073E-E1E7AE62C225}"/>
              </a:ext>
            </a:extLst>
          </p:cNvPr>
          <p:cNvGrpSpPr/>
          <p:nvPr/>
        </p:nvGrpSpPr>
        <p:grpSpPr>
          <a:xfrm>
            <a:off x="1152939" y="1327868"/>
            <a:ext cx="10098157" cy="4182386"/>
            <a:chOff x="1152939" y="1327868"/>
            <a:chExt cx="10098157" cy="41823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171B332-A21C-A089-9C07-0795CA8A21D9}"/>
                </a:ext>
              </a:extLst>
            </p:cNvPr>
            <p:cNvGrpSpPr/>
            <p:nvPr/>
          </p:nvGrpSpPr>
          <p:grpSpPr>
            <a:xfrm>
              <a:off x="1152939" y="1327868"/>
              <a:ext cx="10098157" cy="4182386"/>
              <a:chOff x="1152939" y="1327868"/>
              <a:chExt cx="10098157" cy="418238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CF26A4-3329-608A-A4EA-04B12F29F1CC}"/>
                  </a:ext>
                </a:extLst>
              </p:cNvPr>
              <p:cNvSpPr/>
              <p:nvPr/>
            </p:nvSpPr>
            <p:spPr>
              <a:xfrm>
                <a:off x="1152939" y="1327868"/>
                <a:ext cx="10098157" cy="41823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FFD82-930E-81B7-D081-076332C1CC7F}"/>
                  </a:ext>
                </a:extLst>
              </p:cNvPr>
              <p:cNvSpPr txBox="1"/>
              <p:nvPr/>
            </p:nvSpPr>
            <p:spPr>
              <a:xfrm>
                <a:off x="5509502" y="1443841"/>
                <a:ext cx="5268392" cy="3908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b="1" dirty="0"/>
                  <a:t>Nepali Calendar</a:t>
                </a:r>
                <a:endParaRPr lang="en-AU" sz="3200" b="1" u="sng" dirty="0"/>
              </a:p>
              <a:p>
                <a:pPr algn="ctr"/>
                <a:r>
                  <a:rPr lang="hi-IN" sz="1400" dirty="0"/>
                  <a:t>नेपाल क्यालेन्डर यो अनुप्रयोगले २०२५, २०२६ र २०२७ वर्षका लागि नेपालका सबै सार्वजनिक बिदा र विशेष दिनहरू समावेश गरेको पूर्ण र अपडेट गरिएको क्यालेन्डर प्रदान गर्दछ।</a:t>
                </a:r>
                <a:endParaRPr lang="en-AU" sz="1400" dirty="0"/>
              </a:p>
              <a:p>
                <a:r>
                  <a:rPr lang="hi-IN" sz="1600" b="1" dirty="0"/>
                  <a:t>विशेषताहरू</a:t>
                </a:r>
                <a:r>
                  <a:rPr lang="si-LK" sz="1400" b="1" dirty="0"/>
                  <a:t>:</a:t>
                </a:r>
                <a:endParaRPr lang="en-AU" sz="1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सबै सार्वजनिक बिदा: सरकारी बिदा, बैंक बिदा, र अन्य विशेष बिदा दिनहरू समावेश छन्।</a:t>
                </a:r>
                <a:endParaRPr lang="en-A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द्विभाषिक समर्थन: नेपाली र अंग्रेजी दुवै भाषामा उपलब्ध।</a:t>
                </a:r>
                <a:endParaRPr lang="en-A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वर्ष दृश्य: १२ महिनाको झलक साथै वर्ष दृश्य।</a:t>
                </a:r>
                <a:endParaRPr lang="en-A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महिना दृश्य: विस्तृत महिना दृश्य जसमा बिदा दिनहरू हाइलाइट गरिएको छ</a:t>
                </a:r>
                <a:endParaRPr lang="en-A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नोटहरू: प्रत्येक दिनका लागि नोट राख्न सकिन्छ।</a:t>
                </a:r>
                <a:endParaRPr lang="en-A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hi-IN" sz="1400" dirty="0"/>
                  <a:t>अपडेट: २०२५, २०२६ र २०२७ का लागि नवीनतम बिदा जानकारी समावेश छ।</a:t>
                </a:r>
                <a:endParaRPr lang="en-AU" sz="1400" dirty="0"/>
              </a:p>
              <a:p>
                <a:pPr algn="ctr"/>
                <a:r>
                  <a:rPr lang="hi-IN" sz="1600" b="1" dirty="0"/>
                  <a:t>तपाईंको दैनिक कार्यहरू योजना बनाउन र बिदा दिनहरूको बारेमा जानकारी राख्न यो अनुप्रयोग उपयोगी सहायक हो।</a:t>
                </a:r>
                <a:endParaRPr lang="en-AU" sz="1600" dirty="0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3AD5976-F5A9-8B89-FAD5-FA730945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488"/>
            <a:stretch>
              <a:fillRect/>
            </a:stretch>
          </p:blipFill>
          <p:spPr>
            <a:xfrm>
              <a:off x="1778560" y="1777258"/>
              <a:ext cx="3013503" cy="2863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9584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ue kangaroo with a flag and a building&#10;&#10;AI-generated content may be incorrect.">
            <a:extLst>
              <a:ext uri="{FF2B5EF4-FFF2-40B4-BE49-F238E27FC236}">
                <a16:creationId xmlns:a16="http://schemas.microsoft.com/office/drawing/2014/main" id="{64B19044-06B0-AEAA-DD20-0E375A302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662"/>
            <a:ext cx="4351338" cy="435133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5838778-C7B0-B826-CCC1-DDF51F1DA7C4}"/>
              </a:ext>
            </a:extLst>
          </p:cNvPr>
          <p:cNvGrpSpPr/>
          <p:nvPr/>
        </p:nvGrpSpPr>
        <p:grpSpPr>
          <a:xfrm>
            <a:off x="3489326" y="120030"/>
            <a:ext cx="4351338" cy="4294601"/>
            <a:chOff x="6857651" y="573438"/>
            <a:chExt cx="4351338" cy="42946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44ED166-E00B-7606-D11F-1C699F73A6B3}"/>
                </a:ext>
              </a:extLst>
            </p:cNvPr>
            <p:cNvGrpSpPr/>
            <p:nvPr/>
          </p:nvGrpSpPr>
          <p:grpSpPr>
            <a:xfrm>
              <a:off x="6857651" y="573438"/>
              <a:ext cx="4351338" cy="4169044"/>
              <a:chOff x="6857651" y="573438"/>
              <a:chExt cx="4351338" cy="416904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326A3C3-35D3-DDC6-1379-EBFF3ABFD912}"/>
                  </a:ext>
                </a:extLst>
              </p:cNvPr>
              <p:cNvSpPr/>
              <p:nvPr/>
            </p:nvSpPr>
            <p:spPr>
              <a:xfrm>
                <a:off x="6857651" y="573438"/>
                <a:ext cx="4351338" cy="41690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F84E815-621D-7A36-4A6D-CBD51AE74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545" b="40417"/>
              <a:stretch>
                <a:fillRect/>
              </a:stretch>
            </p:blipFill>
            <p:spPr>
              <a:xfrm>
                <a:off x="7259714" y="687779"/>
                <a:ext cx="3501667" cy="2777345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8C6F543-44E1-DC90-59E3-F657FCCB4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48" t="59435" r="7545" b="7842"/>
            <a:stretch>
              <a:fillRect/>
            </a:stretch>
          </p:blipFill>
          <p:spPr>
            <a:xfrm>
              <a:off x="7423688" y="3342734"/>
              <a:ext cx="3177930" cy="152530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A966105-5D1C-7D3B-E79D-824D20DD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8" t="59435" r="7545" b="7842"/>
          <a:stretch>
            <a:fillRect/>
          </a:stretch>
        </p:blipFill>
        <p:spPr>
          <a:xfrm>
            <a:off x="3666655" y="4557341"/>
            <a:ext cx="3177930" cy="15253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B7ED96-5051-7B2F-2FE2-0CB007C6A0E7}"/>
              </a:ext>
            </a:extLst>
          </p:cNvPr>
          <p:cNvGrpSpPr/>
          <p:nvPr/>
        </p:nvGrpSpPr>
        <p:grpSpPr>
          <a:xfrm>
            <a:off x="7959260" y="1218770"/>
            <a:ext cx="3949275" cy="4054703"/>
            <a:chOff x="7959260" y="1218770"/>
            <a:chExt cx="3949275" cy="40547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C4019E-0389-B8B5-1D79-9C29511985BD}"/>
                </a:ext>
              </a:extLst>
            </p:cNvPr>
            <p:cNvSpPr/>
            <p:nvPr/>
          </p:nvSpPr>
          <p:spPr>
            <a:xfrm>
              <a:off x="7959260" y="1218770"/>
              <a:ext cx="3949275" cy="4054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DDD5A2-639E-6182-601E-CC70D64F84FB}"/>
                </a:ext>
              </a:extLst>
            </p:cNvPr>
            <p:cNvGrpSpPr/>
            <p:nvPr/>
          </p:nvGrpSpPr>
          <p:grpSpPr>
            <a:xfrm>
              <a:off x="8368907" y="1504884"/>
              <a:ext cx="3201137" cy="3610432"/>
              <a:chOff x="8368907" y="1504884"/>
              <a:chExt cx="3201137" cy="3610432"/>
            </a:xfrm>
          </p:grpSpPr>
          <p:pic>
            <p:nvPicPr>
              <p:cNvPr id="1026" name="Picture 2" descr="Thailand - Free flags icons">
                <a:extLst>
                  <a:ext uri="{FF2B5EF4-FFF2-40B4-BE49-F238E27FC236}">
                    <a16:creationId xmlns:a16="http://schemas.microsoft.com/office/drawing/2014/main" id="{4E086218-8588-7B46-5B2D-9DA2570220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084" b="8833"/>
              <a:stretch>
                <a:fillRect/>
              </a:stretch>
            </p:blipFill>
            <p:spPr bwMode="auto">
              <a:xfrm>
                <a:off x="8368907" y="1504884"/>
                <a:ext cx="2899959" cy="2438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Download Free Thai Icons in PNG &amp; SVG">
                <a:extLst>
                  <a:ext uri="{FF2B5EF4-FFF2-40B4-BE49-F238E27FC236}">
                    <a16:creationId xmlns:a16="http://schemas.microsoft.com/office/drawing/2014/main" id="{CCF9A93F-8AC8-4FC4-0870-D2A26EB4FB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505"/>
              <a:stretch>
                <a:fillRect/>
              </a:stretch>
            </p:blipFill>
            <p:spPr bwMode="auto">
              <a:xfrm>
                <a:off x="9265895" y="1504884"/>
                <a:ext cx="2304149" cy="2438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FA7DD75-4AF6-DCBB-6988-33A2D966970B}"/>
                  </a:ext>
                </a:extLst>
              </p:cNvPr>
              <p:cNvGrpSpPr/>
              <p:nvPr/>
            </p:nvGrpSpPr>
            <p:grpSpPr>
              <a:xfrm>
                <a:off x="8439341" y="3783453"/>
                <a:ext cx="3013166" cy="1331863"/>
                <a:chOff x="8439341" y="3783453"/>
                <a:chExt cx="3013166" cy="133186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3CDA4B4-B517-9400-C4F9-BE446338183D}"/>
                    </a:ext>
                  </a:extLst>
                </p:cNvPr>
                <p:cNvSpPr txBox="1"/>
                <p:nvPr/>
              </p:nvSpPr>
              <p:spPr>
                <a:xfrm>
                  <a:off x="8439341" y="3783453"/>
                  <a:ext cx="301316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4800" b="1" dirty="0">
                      <a:latin typeface="Aptos Slab ExtraBold" panose="020F0502020204030204" pitchFamily="34" charset="0"/>
                    </a:rPr>
                    <a:t>Thai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5DA5582-4BC1-74A7-546E-9090E9330CBC}"/>
                    </a:ext>
                  </a:extLst>
                </p:cNvPr>
                <p:cNvSpPr txBox="1"/>
                <p:nvPr/>
              </p:nvSpPr>
              <p:spPr>
                <a:xfrm>
                  <a:off x="8439341" y="4284319"/>
                  <a:ext cx="301316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AU" sz="4800" b="1" dirty="0">
                      <a:latin typeface="Aptos Slab ExtraBold" panose="020F0502020204030204" pitchFamily="34" charset="0"/>
                    </a:rPr>
                    <a:t>Calendar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963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471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Slab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Gihan Gamage Wiriththamulla Gamage</dc:creator>
  <cp:lastModifiedBy>Gihan Gamage Wiriththamulla Gamage</cp:lastModifiedBy>
  <cp:revision>4</cp:revision>
  <dcterms:created xsi:type="dcterms:W3CDTF">2025-09-12T05:44:54Z</dcterms:created>
  <dcterms:modified xsi:type="dcterms:W3CDTF">2026-01-27T10:25:28Z</dcterms:modified>
</cp:coreProperties>
</file>